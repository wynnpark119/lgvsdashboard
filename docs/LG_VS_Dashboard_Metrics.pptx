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A50034"/>
                </a:solidFill>
              </a:defRPr>
            </a:pPr>
            <a:r>
              <a:t>LG VS Tech On Board 대시보드 지표 정의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1408176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926080"/>
                <a:gridCol w="5303520"/>
                <a:gridCol w="1371600"/>
                <a:gridCol w="1645920"/>
                <a:gridCol w="1920240"/>
              </a:tblGrid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유형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A500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지표명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A500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산출식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A500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단위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A500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수집원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A500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위치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A50034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수집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DC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LG.com 첫방문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숫자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GA4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Home TOFU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수집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DC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LG.com MOFU (재방문+체류)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숫자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GA4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Home MOFU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수집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DC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LG.com 문의 건수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숫자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CRM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Home BOFU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수집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DC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세션 수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숫자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GA4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Detail Technology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수집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DC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평균 체류 시간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분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GA4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Detail Technology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수집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DC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영상 시청 깊이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GA4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Detail Technology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수집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DC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재방문율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GA4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Detail Technology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수집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DC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복수 콘텐츠 소비율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GA4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Detail Technology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수집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DC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문의 건수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숫자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CRM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Detail Inquiry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수집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DC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LinkedIn 조회수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숫자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LinkedIn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Home TOFU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수집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DC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LinkedIn Engagement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숫자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LinkedIn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Home MOFU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수집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DC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YouTube 조회수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숫자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YouTube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Home TOFU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수집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DC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YouTube 50%+ 시청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숫자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YouTube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Home MOFU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수집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DC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Paid/Organic 트래픽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숫자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GA4/Ads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Home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수집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DC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Reddit 노출/클릭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숫자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Reddit Ads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Campaign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수집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DC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Campaign Film 조회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숫자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YouTube/GA4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Campaign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수집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DC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Core Tech Film 조회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숫자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YouTube/GA4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Campaign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수집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DC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Tech On Board Hub 세션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숫자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GA4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Campaign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수집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DC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LinkedIn Newsletter 오픈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숫자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LinkedIn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Campaign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수집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DC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Expert Content Engagement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숫자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LinkedIn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Campaign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수집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DC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OEM Inquiries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숫자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CRM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Campaign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연산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TOFU (통합)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LG.com×1.0 + LinkedIn÷10×0.6 + YouTube÷10×0.4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숫자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Home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연산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MOFU (통합)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LG.com MOFU×1.0 + LinkedIn Eng×0.6 + YouTube 50%÷10×0.4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숫자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Home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연산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BOFU (통합)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LG.com 문의 건수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숫자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Home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연산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TOFU→MOFU 전환율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MOFU / TOFU × 100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Home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연산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MOFU→BOFU 전환율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BOFU / MOFU × 100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Home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연산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MoM 변화율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(금월-전월) / 전월 × 100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Home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연산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Organic/Paid 비율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각 / 전체 × 100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Home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연산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검토 강도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6개 지표 가중합 × 10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1-10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Home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연산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단계 분류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Intensity 기준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TOFU/MOFU/BOFU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Home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연산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광고 의존도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Paid / 전체 × 100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Low/Med/High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Home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연산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흐름 방향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변화율 기준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상승/유지/하락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Home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연산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종합 신호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단계+방향+Paid 조합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Color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Home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연산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Handoff Rate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다음 레이어 유입 / 현재 레이어 × 100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Campaign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연산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Avg Handoff Time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레이어 간 평균 이동 소요 시간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시간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Campaign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연산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Engagement Quality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Watch Time + Revisit 기준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High/Med/Low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Campaign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연산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Depth Signals 평균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(Watch Time + Revisit + Long Reads) / 3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Campaign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연산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Retention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(종료후-시작전)/(Peak-시작전)×100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Campaign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연산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Lift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(Peak-시작전)/시작전×100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Campaign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연산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캠페인 영향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Retention+Lift 조건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Amp/Neu/Dist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Campaign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연산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채널 역할 점수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퍼널 기여도 가중합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점수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Detail Channel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연산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깊은 관심 전환율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깊은관심/전체×100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Detail Channel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연산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콘텐츠 Engagement 점수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조회×0.3 + 체류×0.4 + 완료×0.3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점수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Detail Content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연산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기술별 히트맵 값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주차별 세션 수 정규화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상대값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Detail Technology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