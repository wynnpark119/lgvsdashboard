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LG VS MTK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기술 관심 모니터링 대시보드 개요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대시보드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OEM의 LG VS 기술에 대한 관심 상태 파악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"이해를 동반한 접촉이 발생한 기술" 식별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기술 조직과의 협업 시점 판단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"많이 본 기술"이 아니라 "깊이 있게 검토된 기술" 강조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대시보드 전체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Page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섹션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경로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전체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B2B 퍼널 현황, 기술별 관심 신호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기술별 관심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TOFU/MOFU/BOFU 단계별 현황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캠페인/광고 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/campaign-impact/*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캠페인 전·후 관심 단계 이동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상세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/detail/*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기술별/채널별/문의/콘텐츠 상세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기술별 관심 현황 (Progress)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페이지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경로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전체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기술별 관심 분포 및 추이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처음 접촉 (TOFU)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/review-flow/tofu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최초 유입, 인지 형성 여부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깊은 관심 (MOFU/BOFU)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/review-flow/mofu-bofu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반복 접촉, 심화 콘텐츠 소비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기술별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/review-flow/technology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 간 관심도 비교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추세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/review-flow/momentum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시간에 따른 관심 변화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B2B 퍼널 정의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B2B 퍼널 단계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주요 신호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TOFU (처음 접촉)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최초 유입, 인지 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첫 방문, 단일 콘텐츠 조회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MOFU (반복 접촉)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관심 지속, 심화 탐색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재방문, 복수 콘텐츠, 웨비나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BOFU (깊은 관심)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구체적 관심 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Inquiry, 스펙 요청, 다운로드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주요 데이터 소스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현행 수집 범위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소스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수집 항목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기술/캠페인 페이지 방문, 체류 시간, 다운로드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 콘텐츠 클릭, Engagement (Organic/Paid)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 영상 조회, 시청 깊이 (%)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문의 폼 제출, 스펙 요청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구독자 수, 오픈율, 클릭율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대표 성과 지표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핵심 지표 (Primary)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TOFU → MOFU 전환율: 재방문 발생 비율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MOFU → BOFU 전환율: Inquiry/스펙 요청 발생 비율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기술별 관심 추세: 30/60/90일 관심도 변화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콘텐츠 완료율: 끝까지 소비한 비율 (70%+ = 높은 관심)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뉴스레터 구독자 순증: 월간 신규 - 해지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관심 판단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신호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체류 시간 3분+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콘텐츠 깊이 있게 소비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영상 50%+ 시청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기술에 대한 실질적 관심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복수 접점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단일 기술에 대한 지속적 관심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Inquiry/스펙 요청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구체적 검토 의사 표현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뉴스레터 구독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지속적 관심 유지 의향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대시보드의 역할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이 대시보드가 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기술 관심의 현재 상태 파악 (증가/유지/하락)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관심 단계 식별 (처음 접촉 vs 깊은 관심)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기술 조직 협업 시점 판단 (BOFU 진입 시)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캠페인 효과 해석 (Amplifier/Accelerator/Noise)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이 대시보드가 하지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CTR/CPC/ROI 평가 → 성과 마케팅 KPI는 별도 도구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영업 리드 전달 → LG VS 마케팅팀 역할 범위 아님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자동 인사이트/추천 → 판단은 사용자 몫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채널 간 효율 비교 → 채널별 역할이 다름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광고(Paid Media)의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독립 KPI로 평가하지 않음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"관심 흐름을 얼마나 증폭/가속했는가"로 해석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광고 종료 후에도 관심이 유지되는지 확인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Amplifier / Accelerator / Noise로 분류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86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배포 정보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&amp;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Frontend: Next.js 14, TypeScript, Tailwind CSS, Recharts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Deployment: Cloudflare Pages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Production URL: https://lgvs-dashboard.pages.dev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Repository: github.com/wynnpark119/lgvsdashboard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