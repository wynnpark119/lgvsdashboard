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A50034"/>
                </a:solidFill>
              </a:defRPr>
            </a:pPr>
            <a:r>
              <a:t>LG VS Tech On Board 대시보드 구조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408176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  <a:gridCol w="7680960"/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메뉴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목적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A50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주요 구성 요소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A5003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Home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(Campaign Overview)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Tech On Board 캠페인의 전체 성과를 한눈에 파악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TOFU/MOFU/BOFU 단계별 현황 및 변화 확인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Core Tech Pillar 검토 상태 비교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Narrative Flow 전환율 및 병목 구간 식별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1. 캠페인 하이라이트: TOFU/MOFU/BOFU 수치, Organic/Paid 비중, 드라이버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2. Narrative Flow: 7개 레이어 Handoff Rate, 소요 시간, Quality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3. Core Tech Pillar: HPC vs Display 비교, Assets/Signals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4. 기술별 검토 현황: 9개 기술 단계, 추세, 강도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캠페인 분석 &gt; 캠페인 구조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Tech On Board 캠페인 계층 구조 이해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7개 레이어의 역할 및 시퀀스 파악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레이어별 채널, 기간, Core Tech 연결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1. Campaign Theme: 이름, Narrative, 기간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2. Layer Flow: 7개 레이어 시퀀스, 역할, Core Tech 태그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3. 캠페인 상세 분석 네비게이션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캠페인 분석 &gt; Narrative 흐름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레이어 간 사용자 이동 추적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전환율 분석 및 병목 구간 식별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Engagement 품질 평가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1. Flow 시각화: 퍼널 블록, Handoff Rate, 소요 시간, Quality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2. 전환율 낮은 구간 경고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3. 해석 가이드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캠페인 분석 &gt; Core Tech 성과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HPC vs Display 심화 검토 비교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Pillar별 캠페인 자산 성과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Depth/Authority Signals 분석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1. Campaign Assets: Film, Page, Posts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2. Depth Signals: Watch Time, Revisit, Long Reads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3. Authority Signals: Expert Engagement, OEM Inquiries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4. 우위 Pillar 인사이트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캠페인 분석 &gt; 채널 역할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채널을 Narrative Carrier로 재해석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캠페인 내 역할 정의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Narrative Flow 구조 학습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1. 채널별 역할: Reddit(Seeding), YouTube(Immersion), LG.com(Formation), LinkedIn(Validation)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2. Flow 구조: Step 1~4 단계별 목적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3. 해석 원칙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캠페인 분석 &gt; 히스토리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과거/미래 캠페인 이력 관리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Tech On Board 외 캠페인 확인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1. 캠페인 목록: 이름, 타입, 기간, 상태, 설명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2. 상태별 필터링: Active/Completed/Planned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상세 데이터 &gt; 기술별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9개 기술별 퍼널 및 성과 분석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방문 패턴 및 트렌드 파악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Paid/Organic 비중 및 광고 의존도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1. 퍼널 현황: 단계, 수치, 체류시간, 문의, 추세, Paid%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2. 방문 히트맵: 9개 기술 × 5주차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3. 채널 기여도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4. 데이터 노트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상세 데이터 &gt; 채널별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채널별 역할 및 전환 성과 분석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퍼널 기여도 확인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1. 역할 분류: Converter, Attractor, Igniter, Educator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2. 퍼널 기여도: TOFU/MOFU/BOFU 기여, 전환율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3. 상세 지표: 세션, 체류시간, 이탈률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상세 데이터 &gt; 콘텐츠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콘텐츠 소비 및 Engagement 분석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기술별 효과적 콘텐츠 식별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1. 기술별 소비: 제목, 유형, 조회, 체류, Engagement, 기여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2. 유형별 성과: 영상, 웨비나/백서, 기사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상세 데이터 &gt; 문의 &amp; 뉴스레터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기술별 문의 분포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뉴스레터 구독 현황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BOFU 전환 품질 및 리드 효과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1. 문의 분포: 수, 유형, 출처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2. 뉴스레터: 구독자, 오픈율, 클릭율, 관심 기술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3. 리드 품질: OEM 비율, 심각도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세팅 &gt; 데이터 태깅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캠페인/기술/콘텐츠 분류 체계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UTM 매핑 및 퍼널 태깅 규칙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• 데이터 수집 정확도 보장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1. 캠페인 정의: ID, 이름, 타입, 기간, UTM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2. 기술 분류: ID, 이름, 카테고리, 단계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3. 콘텐츠 매핑: ID, URL, 제목, 유형, 연결 정보</a:t>
                      </a:r>
                    </a:p>
                    <a:p>
                      <a:pPr>
                        <a:lnSpc>
                          <a:spcPct val="110000"/>
                        </a:lnSpc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4. 태깅 규칙: TOFU/MOFU/BOFU 정의</a:t>
                      </a:r>
                    </a:p>
                  </a:txBody>
                  <a:tcPr anchor="t">
                    <a:lnL w="6350">
                      <a:solidFill>
                        <a:srgbClr val="666666"/>
                      </a:solidFill>
                    </a:lnL>
                    <a:lnR w="6350">
                      <a:solidFill>
                        <a:srgbClr val="666666"/>
                      </a:solidFill>
                    </a:lnR>
                    <a:lnT w="6350">
                      <a:solidFill>
                        <a:srgbClr val="666666"/>
                      </a:solidFill>
                    </a:lnT>
                    <a:lnB w="635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